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5462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AI ACADEMY 2026</a:t>
            </a:r>
            <a:endParaRPr lang="en-US" sz="540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Capstone Assignment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RESULTS &amp; INSIGHTS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Participants • February 9, 2026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3657600" y="4114800"/>
            <a:ext cx="4572000" cy="91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276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Executive Summary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>
                <a:solidFill>
                  <a:srgbClr val="02809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95</a:t>
            </a:r>
            <a:endParaRPr lang="en-US" sz="420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Participants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0" y="1554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>
                <a:solidFill>
                  <a:srgbClr val="00A89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90.5%</a:t>
            </a:r>
            <a:endParaRPr lang="en-US" sz="4200"/>
          </a:p>
        </p:txBody>
      </p:sp>
      <p:sp>
        <p:nvSpPr>
          <p:cNvPr id="8" name="Text 6"/>
          <p:cNvSpPr/>
          <p:nvPr/>
        </p:nvSpPr>
        <p:spPr>
          <a:xfrm>
            <a:off x="3383280" y="2286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Pass Rate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09360" y="1554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>
                <a:solidFill>
                  <a:srgbClr val="1E276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82.1</a:t>
            </a:r>
            <a:endParaRPr lang="en-US" sz="4200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9235440" y="13716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35440" y="1554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>
                <a:solidFill>
                  <a:srgbClr val="F9616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</a:t>
            </a:r>
            <a:endParaRPr lang="en-US" sz="4200"/>
          </a:p>
        </p:txBody>
      </p:sp>
      <p:sp>
        <p:nvSpPr>
          <p:cNvPr id="14" name="Text 12"/>
          <p:cNvSpPr/>
          <p:nvPr/>
        </p:nvSpPr>
        <p:spPr>
          <a:xfrm>
            <a:off x="9235440" y="2286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(95+)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Key Achievements</a:t>
            </a:r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performing cohort to date with 90.5% pass rate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914400" y="44348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enterprise thinking across all roles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914400" y="4754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Complex use cases: K8s monitoring, customs compliance, IAM automation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AI-SE track shows exceptional 100% pass rate (avg 88.7/100)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914400" y="5394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 outstanding performers (95+ points) ready for team leadership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276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Performance by Role Track</a:t>
            </a:r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228600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365760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530352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694944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9144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Strengths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2286000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365760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88.7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530352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94944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91440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 thinking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73152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AI-SEC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2286000" y="2240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365760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30352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694944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914400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mindset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73152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AI-FE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2286000" y="2651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365760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530352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694944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14400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innovation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73152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2286000" y="3063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365760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83.7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530352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4944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914400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approach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731520" y="3474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AI-DS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2286000" y="3474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3657600" y="3474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5303520" y="3474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694944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914400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frameworks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731520" y="3886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AI-PM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2286000" y="3886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3657600" y="3886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5303520" y="3886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73.9%</a:t>
            </a:r>
            <a:endParaRPr lang="en-US" sz="1200"/>
          </a:p>
        </p:txBody>
      </p:sp>
      <p:sp>
        <p:nvSpPr>
          <p:cNvPr id="43" name="Text 41"/>
          <p:cNvSpPr/>
          <p:nvPr/>
        </p:nvSpPr>
        <p:spPr>
          <a:xfrm>
            <a:off x="694944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914400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focus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73152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AI-DA</a:t>
            </a:r>
            <a:endParaRPr lang="en-US" sz="1200"/>
          </a:p>
        </p:txBody>
      </p:sp>
      <p:sp>
        <p:nvSpPr>
          <p:cNvPr id="46" name="Text 44"/>
          <p:cNvSpPr/>
          <p:nvPr/>
        </p:nvSpPr>
        <p:spPr>
          <a:xfrm>
            <a:off x="2286000" y="4297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/>
          </a:p>
        </p:txBody>
      </p:sp>
      <p:sp>
        <p:nvSpPr>
          <p:cNvPr id="47" name="Text 45"/>
          <p:cNvSpPr/>
          <p:nvPr/>
        </p:nvSpPr>
        <p:spPr>
          <a:xfrm>
            <a:off x="365760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73.1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5303520" y="4297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</a:t>
            </a:r>
            <a:endParaRPr lang="en-US" sz="1200"/>
          </a:p>
        </p:txBody>
      </p:sp>
      <p:sp>
        <p:nvSpPr>
          <p:cNvPr id="49" name="Text 47"/>
          <p:cNvSpPr/>
          <p:nvPr/>
        </p:nvSpPr>
        <p:spPr>
          <a:xfrm>
            <a:off x="694944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</a:t>
            </a:r>
            <a:endParaRPr lang="en-US" sz="1200"/>
          </a:p>
        </p:txBody>
      </p:sp>
      <p:sp>
        <p:nvSpPr>
          <p:cNvPr id="50" name="Text 48"/>
          <p:cNvSpPr/>
          <p:nvPr/>
        </p:nvSpPr>
        <p:spPr>
          <a:xfrm>
            <a:off x="914400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276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Key Insights &amp; Success Factors</a:t>
            </a:r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What Made Students Successful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governance documents with trust boundaries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Pattern justification connected to enterprise requirements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Working prototypes with GitHub/SharePoint documentation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Security-first thinking throughout design process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Real-world use cases vs. academic exercises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Common Areas for Improvement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685800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 diagrams often missing (text-only descriptions)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685800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Failure protocols consistently underspecified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858000" y="2468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Pattern selection explained but not governance-connected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858000" y="2834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analysis sometimes surface-level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685800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human-in-the-loop escalation procedures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1143000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Discovery: Enterprise Readiness Gap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excelled at technical implementation but need stronger enterprise governance frameworks. Top performers consistently connected AI patterns to business constraints, showing readiness for client-facing roles.</a:t>
            </a:r>
            <a:endParaRPr lang="en-US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276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Week 2 Recommendations</a:t>
            </a:r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Outstanding (95+)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43891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Strong Performers (80-94)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832104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Developing (70-79)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CI/CD patterns for agents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 leadership roles in Week 4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Peer mentoring opportunities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Client-facing scenario preparation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deployment patterns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466344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Role-specific deep dives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66344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 documentation focus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66344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framework application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66344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 testing patterns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466344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Cross-functional collaboration prep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859536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 framework templates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859536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Systematic documentation practices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859536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Pattern-requirement connections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859536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Office hours attendance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859536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Revision deadline: Feb 11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114300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Immediate Actions for Week 2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914400" y="4663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Advanced role tracks start Monday 9:00 AM • 2. REVISE students: Submit by Feb 11 • 3. Team formation preparation begins • 4. Client presentation training for top performers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THANK YOU</a:t>
            </a:r>
            <a:endParaRPr lang="en-US" sz="480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Complete • Week 2 Advanced Training Begins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Future AI Consultants Ready for Enterprise Delivery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</Words>
  <Application>Microsoft Macintosh PowerPoint</Application>
  <PresentationFormat>Widescreen</PresentationFormat>
  <Paragraphs>114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Lubor Fedák</cp:lastModifiedBy>
  <cp:revision>1</cp:revision>
  <dcterms:created xsi:type="dcterms:W3CDTF">2026-02-09T07:37:09Z</dcterms:created>
  <dcterms:modified xsi:type="dcterms:W3CDTF">2026-02-09T07:53:43Z</dcterms:modified>
</cp:coreProperties>
</file>